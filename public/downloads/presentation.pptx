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PUBLIC CODE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3C5FD"/>
                </a:solidFill>
              </a:rPr>
              <a:t>Your tax dollars fund the software. You should own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PublicCode.US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1463040" cy="685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27632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$640M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664208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</a:rPr>
              <a:t>to solve the same unemployment problem 3 times (CA, IL, NY) in 2020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468880"/>
            <a:ext cx="1463040" cy="685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542032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$100B+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578608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</a:rPr>
              <a:t>federal IT spending per year — 80% on legacy proprietary maintenance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383280"/>
            <a:ext cx="1463040" cy="685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456432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493008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</a:rPr>
              <a:t>of that code shared across agencies or states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297680"/>
            <a:ext cx="1463040" cy="685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370832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407408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</a:rPr>
              <a:t>vendor lock-in — you paid for it, but you don't own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SOLUTION: PUBLIC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463040"/>
            <a:ext cx="6309360" cy="2286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TRANSPARENT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5943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Anyone can read, audit, and understand how government software works.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463040"/>
            <a:ext cx="5577840" cy="2286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SECURE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9456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Thousands of independent researchers review code. Bugs found faster.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114800"/>
            <a:ext cx="6309360" cy="228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2976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EFFICIENT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46320"/>
            <a:ext cx="5943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Code built in one state reused by all 50. No more reinventing the wheel.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4114800"/>
            <a:ext cx="5577840" cy="2286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2976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ACCOUNTABLE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84632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Government software serves the public — not software vendors.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IT WORKS — WE HAVE PROOF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🇩🇪  Germany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554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Coalition agreement mandates 'public money, public code'. Est. €1.7B saved in 5 years.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29968"/>
            <a:ext cx="1124712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🇫🇷  France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331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Digital Republic law requires open source for public sector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07208"/>
            <a:ext cx="1124712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🇪🇸  Barcelona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108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Decidim open-source platform adopted by 50+ cities. ~€30M value from ~€1M investment.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84448"/>
            <a:ext cx="1124712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886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🇪🇪  Estonia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886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X-Road open-source data layer now used by dozens of nations. Billions saved.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61688"/>
            <a:ext cx="1124712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🇪🇺  European Union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663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FOSS generated €1 return per €1 invested + €4 in spillover economic benefits.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138928"/>
            <a:ext cx="1124712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C2626"/>
                </a:solidFill>
              </a:rPr>
              <a:t>America should lead, not follow.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54480"/>
            <a:ext cx="548640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BALLOT INITIATIVES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745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In 24 states, citizens can place laws directly on the ballot.
We collect signatures to qualify.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651760"/>
            <a:ext cx="54864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51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DIRECT LEGISLATION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718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In other states, we campaign for state and federal legislators
to pass public code laws.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49040"/>
            <a:ext cx="548640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749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49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CONTACT YOUR REPS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690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Every state page on PublicCode.US lists your senators and
representative with one-click contact.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846320"/>
            <a:ext cx="548640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846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46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BUILD THE MOVEMENT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1663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Sign the petition, share the message, volunteer locally,
and donate to the campaign.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</a:rPr>
              <a:t>JOIN THE MOVEMENT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377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3C5FD"/>
                </a:solidFill>
              </a:rPr>
              <a:t>✍️  Sign the petition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30175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3C5FD"/>
                </a:solidFill>
              </a:rPr>
              <a:t>📞  Contact your representatives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657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3C5FD"/>
                </a:solidFill>
              </a:rPr>
              <a:t>📢  Share with your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2976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3C5FD"/>
                </a:solidFill>
              </a:rPr>
              <a:t>🤝  Volunteer in your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DC2626"/>
                </a:solidFill>
              </a:rPr>
              <a:t>PublicCode.US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